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3" r:id="rId7"/>
    <p:sldId id="262" r:id="rId8"/>
    <p:sldId id="264" r:id="rId9"/>
    <p:sldId id="265" r:id="rId10"/>
    <p:sldId id="266" r:id="rId11"/>
    <p:sldId id="267" r:id="rId12"/>
    <p:sldId id="259" r:id="rId13"/>
    <p:sldId id="268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759DDB-8B19-0D5F-EF35-2F083F54C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C653E14-5D1D-35E5-5C4B-6F5D61494C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5DBDC9-BAC4-4B44-9AF0-211004B29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6A7FC-425D-4FE1-8DA7-019D99A38D27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483087-9F1D-FFEA-21B0-C01F27149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CD74723-3B77-4C7A-2FE3-E41396A17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90F6E-4F4E-4CB3-80B3-4B586928FD6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8184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100F5C-265C-3B6D-0BA5-3EBAD56B4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9D20BE-1B09-8DF2-FDB0-9D7830457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DB14DD-1165-015C-0AE5-570DB5B8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6A7FC-425D-4FE1-8DA7-019D99A38D27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3870A5-7626-89D2-4B3B-2FFBC8554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9EE690-0719-BEF0-A8B6-7E5C0840A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90F6E-4F4E-4CB3-80B3-4B586928FD6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1107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9FC25C-FA50-F231-DA31-C25796F1A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5C2B5A0-1F4C-D0D1-1CA0-2989455C4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7F11D0-BA1E-920D-D6B3-A660A9B2D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6A7FC-425D-4FE1-8DA7-019D99A38D27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CDE093-3704-9FD7-D57A-D133BD443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611278-2371-09BA-C8D9-37325A797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90F6E-4F4E-4CB3-80B3-4B586928FD6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314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5B4847-183F-3561-2F73-9734166BD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9C9A1E7-D816-BE37-6933-210BEEC18F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759361A-4E61-476C-5E20-3864D6CCA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E2A03E4-2031-5391-C57C-DB21265F9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6A7FC-425D-4FE1-8DA7-019D99A38D27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22CEDFA-EAF9-39F0-ED04-D6AA30866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42F6E40-252E-2A8B-031A-B98C9DAC9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90F6E-4F4E-4CB3-80B3-4B586928FD6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0036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8C40E2-4903-FB8E-DEA9-46975058E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CEACE9-1524-9390-4022-596E5F7A6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54943D8-A9AB-852A-6942-3F70642B21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A50AF85-99A9-7C3B-8641-9B0E61112A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02C17A6-A320-757C-51A8-AD25D0CDE0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82479AC-65B8-7504-9E51-8C048D454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6A7FC-425D-4FE1-8DA7-019D99A38D27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BEF54EA-69D9-A143-30D8-9688E2B04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A6E3BC0-5132-F680-1FF2-3DF0E42A4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90F6E-4F4E-4CB3-80B3-4B586928FD6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2894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6C50BC-58F9-AD22-F879-1EEBB97D1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A875ED1-7E3A-52BC-C67F-7B6C5C135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6A7FC-425D-4FE1-8DA7-019D99A38D27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630D472-402F-DC05-B1E7-C7C6CD8D8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E0003D3-B48C-E967-8FDB-64DA3B0EF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90F6E-4F4E-4CB3-80B3-4B586928FD6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5135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9579015-0F7B-5C96-332E-BFB689970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6A7FC-425D-4FE1-8DA7-019D99A38D27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23C4743-F00E-C744-E03B-12C1376DF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31D3EA0-A060-49B9-04C9-B45246CCC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90F6E-4F4E-4CB3-80B3-4B586928FD6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5349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972B4A-9B86-68A8-A294-A68295CE9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830DEC-00D3-5BF3-F518-6FBD5CE53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C966B04-1BDB-ECDE-3762-02F5582511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D8BE20E-99CD-54B6-BC33-5B949316D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6A7FC-425D-4FE1-8DA7-019D99A38D27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65BF9E4-1BCC-A212-28FB-0C97DF8F7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97A46E4-5DB8-B8EC-4F18-6C8808B2C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90F6E-4F4E-4CB3-80B3-4B586928FD6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1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554CB4-A476-AE25-7185-E257BC70D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266887A-4684-C9F0-4B0C-67EFA5F2EF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025255C-1D5C-5E88-FB58-55FF4500D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6DB8229-DE4F-D6D9-A93C-15A7C2F87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6A7FC-425D-4FE1-8DA7-019D99A38D27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772823C-F59F-51AF-08F3-21D8E1010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2283798-6839-0D9C-F0FB-701C64F1A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90F6E-4F4E-4CB3-80B3-4B586928FD6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9814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75CBA4-380F-E912-D476-632A28CE9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692DAD9-3D3E-EF19-5092-EEC1D20561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776461-D60F-BFF0-C14E-0836905D5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6A7FC-425D-4FE1-8DA7-019D99A38D27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1DCFB9-75CF-8224-7984-5F775D315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C9AEC0-FE78-9B51-155E-7B41C72DE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90F6E-4F4E-4CB3-80B3-4B586928FD6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6792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BD03F13-45CB-F8C6-837D-FE8C41B618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B5548C1-9504-CBD5-B687-2E8356D493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91859F-A898-ABB5-DE3D-8E1ED2E8A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6A7FC-425D-4FE1-8DA7-019D99A38D27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4A46CF-4401-0649-4419-CAD5CBD7A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4A6B9D-9C2D-2961-705C-1299357E2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90F6E-4F4E-4CB3-80B3-4B586928FD6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2652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B76D322-743E-F8A7-2B8E-BE49E89E4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D56A597-4E65-FD80-209D-C49E421C2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677E809-DD4C-5617-B145-586D51D5CB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26A7FC-425D-4FE1-8DA7-019D99A38D27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DFA782-1735-6FBA-8BA5-EBA6050593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1EC0BB-06FE-27DC-231F-CCCBBB2B55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090F6E-4F4E-4CB3-80B3-4B586928FD6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0173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95B6D9-209D-89FD-5D6B-FDF2757A39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Turn 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Strategy</a:t>
            </a:r>
            <a:r>
              <a:rPr lang="de-DE" dirty="0"/>
              <a:t> Game in </a:t>
            </a:r>
            <a:r>
              <a:rPr lang="de-DE" dirty="0" err="1"/>
              <a:t>Effect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B77180-C55A-CE7E-C445-22F11294D5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Christian Ambs, Master INF, 7376687</a:t>
            </a:r>
          </a:p>
        </p:txBody>
      </p:sp>
    </p:spTree>
    <p:extLst>
      <p:ext uri="{BB962C8B-B14F-4D97-AF65-F5344CB8AC3E}">
        <p14:creationId xmlns:p14="http://schemas.microsoft.com/office/powerpoint/2010/main" val="1199764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F97C9E-9344-8999-136A-3D4CE34A6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 and Motivation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FECF82-83A5-1023-A655-C348F2324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Building a turn-based strategy game inspired by Fire Emblem</a:t>
            </a:r>
            <a:endParaRPr lang="de-DE" dirty="0"/>
          </a:p>
          <a:p>
            <a:r>
              <a:rPr lang="en-US" dirty="0"/>
              <a:t>These games feature layered calculations for damage and hit chance</a:t>
            </a:r>
            <a:endParaRPr lang="de-DE" dirty="0"/>
          </a:p>
          <a:p>
            <a:r>
              <a:rPr lang="en-US" dirty="0"/>
              <a:t>I wanted to model these rules using </a:t>
            </a:r>
            <a:r>
              <a:rPr lang="en-US" dirty="0" err="1"/>
              <a:t>Effekt’s</a:t>
            </a:r>
            <a:r>
              <a:rPr lang="en-US" dirty="0"/>
              <a:t> features</a:t>
            </a:r>
            <a:endParaRPr lang="de-DE" dirty="0"/>
          </a:p>
          <a:p>
            <a:r>
              <a:rPr lang="en-US" dirty="0"/>
              <a:t>I also wanted levels and maps to be customizable without changing code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DC46CC5-B603-2813-BE4A-F9490C501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4211" y="4178419"/>
            <a:ext cx="4502989" cy="253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221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BE140D-BF0E-F0BA-DE25-6763F2C5E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Overview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4A9BF4-F22C-17CC-9E25-744C8A8B8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Console-based</a:t>
            </a:r>
            <a:r>
              <a:rPr lang="de-DE" dirty="0"/>
              <a:t> UI and </a:t>
            </a:r>
            <a:r>
              <a:rPr lang="de-DE" dirty="0" err="1"/>
              <a:t>input</a:t>
            </a:r>
            <a:endParaRPr lang="de-DE" dirty="0"/>
          </a:p>
          <a:p>
            <a:r>
              <a:rPr lang="en-US" dirty="0"/>
              <a:t>Grid-based map with different tile types</a:t>
            </a:r>
            <a:endParaRPr lang="de-DE" dirty="0"/>
          </a:p>
          <a:p>
            <a:r>
              <a:rPr lang="en-US" dirty="0"/>
              <a:t>Maps are generated from a text file</a:t>
            </a:r>
          </a:p>
          <a:p>
            <a:r>
              <a:rPr lang="en-US" dirty="0"/>
              <a:t>Units with different weapons and classes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7505D9B-93FF-79A9-54DE-AFE009679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4792" y="2050001"/>
            <a:ext cx="2145645" cy="390258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EC9873B-5234-D578-AB43-C57879393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7846" y="3939567"/>
            <a:ext cx="1867161" cy="270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07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8B5F8F-9B8B-90C5-F925-CAC1A63D9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Combat </a:t>
            </a:r>
            <a:r>
              <a:rPr lang="de-DE" dirty="0" err="1"/>
              <a:t>calculation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30B83C-D3D7-933F-ABAB-8DE95891E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Needs to resolve various bonuses and matchups</a:t>
            </a:r>
            <a:endParaRPr lang="de-DE" dirty="0"/>
          </a:p>
          <a:p>
            <a:r>
              <a:rPr lang="de-DE" dirty="0"/>
              <a:t>Weapon </a:t>
            </a:r>
            <a:r>
              <a:rPr lang="de-DE" dirty="0" err="1"/>
              <a:t>matchups</a:t>
            </a:r>
            <a:endParaRPr lang="de-DE" dirty="0"/>
          </a:p>
          <a:p>
            <a:r>
              <a:rPr lang="de-DE" dirty="0"/>
              <a:t>Terrain </a:t>
            </a:r>
            <a:r>
              <a:rPr lang="de-DE" dirty="0" err="1"/>
              <a:t>bonuses</a:t>
            </a:r>
            <a:endParaRPr lang="de-DE" dirty="0"/>
          </a:p>
          <a:p>
            <a:r>
              <a:rPr lang="de-DE" dirty="0"/>
              <a:t>Class </a:t>
            </a:r>
            <a:r>
              <a:rPr lang="de-DE" dirty="0" err="1"/>
              <a:t>bonuses</a:t>
            </a:r>
            <a:r>
              <a:rPr lang="de-DE" dirty="0"/>
              <a:t> and </a:t>
            </a:r>
            <a:r>
              <a:rPr lang="de-DE" dirty="0" err="1"/>
              <a:t>matchups</a:t>
            </a:r>
            <a:endParaRPr lang="de-DE" dirty="0"/>
          </a:p>
          <a:p>
            <a:r>
              <a:rPr lang="en-US" dirty="0"/>
              <a:t>Damage calculation is split into three phases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73508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AA5B0E-0575-79EF-66C0-6250A6774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Preview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B2ED78-7B1F-2562-F16E-6D9F6E220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Computes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base</a:t>
            </a:r>
            <a:r>
              <a:rPr lang="de-DE" dirty="0"/>
              <a:t> </a:t>
            </a:r>
            <a:r>
              <a:rPr lang="de-DE" dirty="0" err="1"/>
              <a:t>damage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modifiers</a:t>
            </a:r>
            <a:endParaRPr lang="de-DE" dirty="0"/>
          </a:p>
          <a:p>
            <a:r>
              <a:rPr lang="de-DE" dirty="0"/>
              <a:t>Displays </a:t>
            </a:r>
            <a:r>
              <a:rPr lang="de-DE" dirty="0" err="1"/>
              <a:t>preview</a:t>
            </a:r>
            <a:r>
              <a:rPr lang="de-DE" dirty="0"/>
              <a:t> </a:t>
            </a:r>
            <a:r>
              <a:rPr lang="de-DE" dirty="0" err="1"/>
              <a:t>stats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B4E260D-755B-F74B-C27A-E11668753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92264"/>
            <a:ext cx="5126997" cy="401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737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3D9F27-D2FA-86C4-A1DF-001997F8D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previewPure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C5F7EB-D294-7F57-E29C-CC075EC9C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Handles the rules for the effects used in the preview</a:t>
            </a:r>
            <a:endParaRPr lang="de-DE" dirty="0"/>
          </a:p>
          <a:p>
            <a:r>
              <a:rPr lang="en-US" dirty="0"/>
              <a:t>Applies the rules for the various bonuses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76B2B31-82C6-C986-C447-64E856574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02" y="4311266"/>
            <a:ext cx="6173061" cy="77163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4C8AB84-F671-44F2-7AA5-26BE21D35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5725" y="2501343"/>
            <a:ext cx="3858163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524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0F57A5-0CE9-11B8-6FDA-8387DB310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ResolveAttack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445721-FFBE-AFE8-7E69-E2A4E8F0F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Applies randomness for hit and crit</a:t>
            </a:r>
            <a:endParaRPr lang="de-DE" dirty="0"/>
          </a:p>
          <a:p>
            <a:r>
              <a:rPr lang="en-US" dirty="0"/>
              <a:t>Calculates the damage applied to the unit</a:t>
            </a:r>
            <a:endParaRPr lang="de-DE" dirty="0"/>
          </a:p>
          <a:p>
            <a:r>
              <a:rPr lang="en-US" dirty="0"/>
              <a:t>Rolls can be made deterministic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0B95361-EEAA-BC7C-2E0E-63388F69D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10635"/>
            <a:ext cx="6411220" cy="138131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282859C-E103-3FAE-E08B-11F72D7E1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331125"/>
            <a:ext cx="2353003" cy="704948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CC2C5DF-0D1E-AD79-9EBE-AA85D84598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880" y="4902440"/>
            <a:ext cx="7087589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381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742650-EFD9-BD09-2B55-6EDF6845D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Movement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2A7BC7-1F51-3056-A5D4-8333FC2ED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Needs to take different class movement rules into account</a:t>
            </a:r>
          </a:p>
          <a:p>
            <a:r>
              <a:rPr lang="en-US" dirty="0"/>
              <a:t>Calculates optimal paths for enemies and reachable tiles</a:t>
            </a:r>
          </a:p>
          <a:p>
            <a:r>
              <a:rPr lang="en-US" dirty="0"/>
              <a:t>The expand function computes optimal paths using a Dijkstra-style algorithm</a:t>
            </a:r>
          </a:p>
          <a:p>
            <a:r>
              <a:rPr lang="en-US" dirty="0" err="1"/>
              <a:t>tryMove</a:t>
            </a:r>
            <a:r>
              <a:rPr lang="en-US" dirty="0"/>
              <a:t> is used for cursor movement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FCD502D-CFC9-400A-2CA0-34EBDB195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402" y="5020015"/>
            <a:ext cx="2610214" cy="28579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1CB6657-8069-6E7D-8F79-90C00EFBC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898" y="3686329"/>
            <a:ext cx="2829320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911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A4ACDA-7BB0-9F13-E2F3-09BD4451B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Handler </a:t>
            </a:r>
            <a:r>
              <a:rPr lang="de-DE" dirty="0" err="1"/>
              <a:t>WithUnitMovement</a:t>
            </a:r>
            <a:r>
              <a:rPr lang="de-DE" dirty="0"/>
              <a:t> Rules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F57569-4F60-A4B5-F9AA-5ACC9E9EC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Applies movement costs for different classes</a:t>
            </a:r>
          </a:p>
          <a:p>
            <a:r>
              <a:rPr lang="en-US" dirty="0"/>
              <a:t>Defines which units can enter which tiles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A066505-1D8B-EB20-8505-1052B0C1E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42854"/>
            <a:ext cx="4096322" cy="293410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3471A7E-6EEE-881F-1375-1CB264D7D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174" y="3245597"/>
            <a:ext cx="4225148" cy="2931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951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EBDCF2-9ABF-3FFD-2170-40DAEE25D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Renderer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081D84-B5E3-78EE-A71C-0239733AC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Effects are used to represent different drawing operations</a:t>
            </a:r>
          </a:p>
          <a:p>
            <a:r>
              <a:rPr lang="en-US" dirty="0"/>
              <a:t>These effects are handled in </a:t>
            </a:r>
            <a:r>
              <a:rPr lang="en-US" dirty="0" err="1"/>
              <a:t>withConsole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771DD5C-10C0-E1A1-8BF2-F96B7403C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414" y="4389914"/>
            <a:ext cx="4315427" cy="47631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0A842AC8-844A-C24C-9AFE-58F46D219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710" y="2395010"/>
            <a:ext cx="3477110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82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CE4C75-2F4C-E91E-F89A-4BA24FEB2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Other design </a:t>
            </a:r>
            <a:r>
              <a:rPr lang="de-DE" dirty="0" err="1"/>
              <a:t>choices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1FBA0C8-A9DD-EED6-D143-CDDACEC9F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0130"/>
            <a:ext cx="10515600" cy="4351338"/>
          </a:xfrm>
        </p:spPr>
        <p:txBody>
          <a:bodyPr/>
          <a:lstStyle/>
          <a:p>
            <a:r>
              <a:rPr lang="en-US" dirty="0"/>
              <a:t>Map parsing errors are handled via the </a:t>
            </a:r>
            <a:r>
              <a:rPr lang="en-US" dirty="0" err="1"/>
              <a:t>ParseError</a:t>
            </a:r>
            <a:r>
              <a:rPr lang="en-US" dirty="0"/>
              <a:t> effect</a:t>
            </a:r>
          </a:p>
          <a:p>
            <a:r>
              <a:rPr lang="en-US" dirty="0"/>
              <a:t>Player input and game state are handled recursively</a:t>
            </a:r>
          </a:p>
          <a:p>
            <a:r>
              <a:rPr lang="en-US" dirty="0"/>
              <a:t>State is generally not mutated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53999CD-3761-30BE-2B92-D65957048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314" y="4199078"/>
            <a:ext cx="2505425" cy="13336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EAD048F-EAB3-92DB-9D57-A4AE49B91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4023" y="5472714"/>
            <a:ext cx="3496163" cy="38105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888B029F-AD58-7E93-D15C-B2246EF8C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4470" y="3828078"/>
            <a:ext cx="2457793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114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826DA5-B1F3-CE53-2BEA-464906C8E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Challenges and C</a:t>
            </a:r>
            <a:r>
              <a:rPr lang="de-DE"/>
              <a:t>onclusion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29C4E5-780D-45B6-162A-6267B5F98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The Project was </a:t>
            </a:r>
            <a:r>
              <a:rPr lang="de-DE" dirty="0" err="1"/>
              <a:t>excuted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major</a:t>
            </a:r>
            <a:r>
              <a:rPr lang="de-DE" dirty="0"/>
              <a:t> </a:t>
            </a:r>
            <a:r>
              <a:rPr lang="de-DE" dirty="0" err="1"/>
              <a:t>problems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880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AAA53E-81F1-B979-3D93-4F5184A1F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593538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253</Words>
  <Application>Microsoft Office PowerPoint</Application>
  <PresentationFormat>Breitbild</PresentationFormat>
  <Paragraphs>46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</vt:lpstr>
      <vt:lpstr>Turn based Strategy Game in Effect</vt:lpstr>
      <vt:lpstr>Problem and Motivation</vt:lpstr>
      <vt:lpstr>Project Overview</vt:lpstr>
      <vt:lpstr>Combat calculation</vt:lpstr>
      <vt:lpstr>Preview</vt:lpstr>
      <vt:lpstr>previewPure</vt:lpstr>
      <vt:lpstr>ResolveAttack</vt:lpstr>
      <vt:lpstr>Movement</vt:lpstr>
      <vt:lpstr>Handler WithUnitMovement Rules</vt:lpstr>
      <vt:lpstr>Renderer</vt:lpstr>
      <vt:lpstr>Other design choices</vt:lpstr>
      <vt:lpstr>Challenges and Conclusion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Ambs</dc:creator>
  <cp:lastModifiedBy>Christian Ambs</cp:lastModifiedBy>
  <cp:revision>7</cp:revision>
  <dcterms:created xsi:type="dcterms:W3CDTF">2026-02-02T13:47:33Z</dcterms:created>
  <dcterms:modified xsi:type="dcterms:W3CDTF">2026-02-02T20:07:33Z</dcterms:modified>
</cp:coreProperties>
</file>